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828800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0000"/>
                </a:solidFill>
                <a:latin typeface="Arial Black"/>
              </a:defRPr>
            </a:pPr>
            <a:r>
              <a:t>BAGDROP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82828"/>
                </a:solidFill>
                <a:latin typeface="Montserrat"/>
              </a:defRPr>
            </a:pPr>
            <a:r>
              <a:t>SMART LUGGAGE STORAGE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700"/>
                </a:solidFill>
                <a:latin typeface="Montserrat"/>
              </a:defRPr>
            </a:pPr>
            <a:r>
              <a:t>Secure. Contactless. Affordable.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0"/>
            <a:ext cx="2590495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87878"/>
                </a:solidFill>
                <a:latin typeface="Montserrat"/>
              </a:defRPr>
            </a:pPr>
            <a:r>
              <a:t>Travelers face a daily struggle with luggage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EARLY CHECKOUT, LATE DEPARTURE</a:t>
            </a:r>
            <a:br/>
            <a:r>
              <a:t>Hotels force checkout but flights are hours 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56032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834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HEAVY BAGS, RUINED PLANS</a:t>
            </a:r>
            <a:br/>
            <a:r>
              <a:t>Dragging luggage kills the travel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CLOAKROOMS? OVERPRICED</a:t>
            </a:r>
            <a:br/>
            <a:r>
              <a:t>Railway lockers are expensive, crowded, or broken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114800"/>
            <a:ext cx="53035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389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FORGOT YOUR BAG?</a:t>
            </a:r>
            <a:br/>
            <a:r>
              <a:t>No easy way to retrieve forgotten luggage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70% of travelers have faced luggage hassles during their trip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Store your bags anywhere. Pick them up anytime.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NEIGHBORHOOD NETWORK</a:t>
            </a:r>
            <a:br/>
            <a:r>
              <a:t>We partner with verified local shops, cafes &amp; hotels as storage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INSTANT ACCESS</a:t>
            </a:r>
            <a:br/>
            <a:r>
              <a:t>Book via app, drop your bag, get a secure OTP or NFC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13716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FORGOTTEN LUGGAGE? DELIVERED</a:t>
            </a:r>
            <a:br/>
            <a:r>
              <a:t>Left something behind? We'll courier it to you anywhere in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0000"/>
                </a:solidFill>
                <a:latin typeface="Arial Black"/>
              </a:defRPr>
            </a:pPr>
            <a:r>
              <a:t>WHY CHOOSE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AFFORDABLE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Starting at just Rs.50 for 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FLEXIBLE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UPI, Cards, NFC - pay your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SECURE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OTP &amp; NFC tokens for safe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DELIVERY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Forgot your bag? We deliver it to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PAN-INDIA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Growing presence across major cities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ontserrat"/>
              </a:defRPr>
            </a:pPr>
            <a:r>
              <a:t>24/7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82828"/>
                </a:solidFill>
                <a:latin typeface="Montserrat"/>
              </a:defRPr>
            </a:pPr>
            <a:r>
              <a:t>Help whenever you need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82828"/>
                </a:solidFill>
                <a:latin typeface="Montserrat"/>
              </a:defRPr>
            </a:pPr>
            <a:r>
              <a:t>-&gt;  Tourists &amp; Backpackers</a:t>
            </a:r>
            <a:br/>
            <a:br/>
            <a:r>
              <a:t>-&gt;  Train &amp; Bus Travelers</a:t>
            </a:r>
            <a:br/>
            <a:br/>
            <a:r>
              <a:t>-&gt;  Students &amp; Daily Commuters</a:t>
            </a:r>
            <a:br/>
            <a:br/>
            <a:r>
              <a:t>-&gt;  Business Travelers</a:t>
            </a:r>
            <a:br/>
            <a:br/>
            <a:r>
              <a:t>-&gt;  Anyone with forgotten luggage needs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APP BOOKING</a:t>
            </a:r>
            <a:br/>
            <a:r>
              <a:t>&amp; MAP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371600"/>
            <a:ext cx="34747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SELF-SERVICE</a:t>
            </a:r>
            <a:br/>
            <a:r>
              <a:t>KIOSK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371600"/>
            <a:ext cx="347472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NFC &amp; QR</a:t>
            </a:r>
            <a:br/>
            <a:r>
              <a:t>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4747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REAL-TIME</a:t>
            </a:r>
            <a:br/>
            <a:r>
              <a:t>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657600"/>
            <a:ext cx="347472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DELIVERY</a:t>
            </a:r>
            <a:br/>
            <a:r>
              <a:t>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657600"/>
            <a:ext cx="34747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ontserrat"/>
              </a:defRPr>
            </a:pPr>
            <a:r>
              <a:t>24/7</a:t>
            </a:r>
            <a:br/>
            <a:r>
              <a:t>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87878"/>
                </a:solidFill>
                <a:latin typeface="Montserrat"/>
              </a:defRPr>
            </a:pPr>
            <a:r>
              <a:t>5 simple steps to freedom from your luggage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FIND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Open app</a:t>
            </a:r>
            <a:br/>
            <a:r>
              <a:t>Locate nearest</a:t>
            </a:r>
            <a:br/>
            <a:r>
              <a:t>BagDrop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011680"/>
            <a:ext cx="21945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  <a:latin typeface="Montserrat"/>
              </a:defRPr>
            </a:pPr>
            <a:r>
              <a:t>Select time slot</a:t>
            </a:r>
            <a:br/>
            <a:r>
              <a:t>Pay via UPI</a:t>
            </a:r>
            <a:br/>
            <a:r>
              <a:t>or Card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1168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Leave bags</a:t>
            </a:r>
            <a:br/>
            <a:r>
              <a:t>Get OTP or</a:t>
            </a:r>
            <a:br/>
            <a:r>
              <a:t>NFC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011680"/>
            <a:ext cx="21945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  <a:latin typeface="Montserrat"/>
              </a:defRPr>
            </a:pPr>
            <a:r>
              <a:t>Show token</a:t>
            </a:r>
            <a:br/>
            <a:r>
              <a:t>Collect bags</a:t>
            </a:r>
            <a:br/>
            <a:r>
              <a:t>Travel light!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011680"/>
            <a:ext cx="2194560" cy="3200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Montserrat"/>
              </a:defRPr>
            </a:pPr>
            <a: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Forgot bag?</a:t>
            </a:r>
            <a:br/>
            <a:r>
              <a:t>We courier it</a:t>
            </a:r>
            <a:br/>
            <a:r>
              <a:t>to you!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ontserrat"/>
              </a:defRPr>
            </a:pPr>
            <a:r>
              <a:t>Average drop time: Under 2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Built for speed, security &amp;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34747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347472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UPI (GPay, PhonePe)</a:t>
            </a:r>
            <a:br/>
            <a:br/>
            <a:r>
              <a:t>Credit &amp; Debit Cards</a:t>
            </a:r>
            <a:br/>
            <a:br/>
            <a:r>
              <a:t>NFC Contactless</a:t>
            </a:r>
            <a:br/>
            <a:br/>
            <a:r>
              <a:t>Wallet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103120"/>
            <a:ext cx="34747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2103120"/>
            <a:ext cx="347472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OTP Verification</a:t>
            </a:r>
            <a:br/>
            <a:br/>
            <a:r>
              <a:t>NFC Token Access</a:t>
            </a:r>
            <a:br/>
            <a:br/>
            <a:r>
              <a:t>End-to-End Encryption</a:t>
            </a:r>
            <a:br/>
            <a:br/>
            <a:r>
              <a:t>Verified Partners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03120"/>
            <a:ext cx="3474720" cy="3657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103120"/>
            <a:ext cx="347472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ontserrat"/>
              </a:defRPr>
            </a:pPr>
            <a: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iOS &amp; Android App</a:t>
            </a:r>
            <a:br/>
            <a:br/>
            <a:r>
              <a:t>Self-Service Kiosks</a:t>
            </a:r>
            <a:br/>
            <a:br/>
            <a:r>
              <a:t>Partner Dashboard</a:t>
            </a:r>
            <a:br/>
            <a:br/>
            <a:r>
              <a:t>Real-time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Montserrat"/>
              </a:defRPr>
            </a:pPr>
            <a:r>
              <a:t>CEO / FOUNDER</a:t>
            </a:r>
            <a:br/>
            <a:r>
              <a:t>Overall strategy &amp; vision</a:t>
            </a:r>
            <a:br/>
            <a:br/>
            <a:r>
              <a:t>CTO</a:t>
            </a:r>
            <a:br/>
            <a:r>
              <a:t>App &amp; platform technology</a:t>
            </a:r>
            <a:br/>
            <a:br/>
            <a:r>
              <a:t>OPERATIONS MANAGER</a:t>
            </a:r>
            <a:br/>
            <a:r>
              <a:t>Onboarding &amp; quality control</a:t>
            </a:r>
            <a:br/>
            <a:br/>
            <a:r>
              <a:t>LOGISTICS COORDINATOR</a:t>
            </a:r>
            <a:br/>
            <a:r>
              <a:t>Delivery partner management</a:t>
            </a:r>
            <a:br/>
            <a:br/>
            <a:r>
              <a:t>CUSTOMER SUPPORT</a:t>
            </a:r>
            <a:br/>
            <a:r>
              <a:t>Phone &amp; app support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87878"/>
                </a:solidFill>
                <a:latin typeface="Montserrat"/>
              </a:defRPr>
            </a:pPr>
            <a:r>
              <a:t>Multi-channel strategy to reach travelers where they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47472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DIGITAL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Instagram, Facebook &amp; Google targeting tourists and travelers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011680"/>
            <a:ext cx="3474720" cy="2011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ontserrat"/>
              </a:defRPr>
            </a:pPr>
            <a:r>
              <a:t>INFLUENCERS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ontserrat"/>
              </a:defRPr>
            </a:pPr>
            <a:r>
              <a:t>Partner with travel vloggers and content creators for authentic 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2011680"/>
            <a:ext cx="3474720" cy="2011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TRANSIT HUBS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34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Montserrat"/>
              </a:defRPr>
            </a:pPr>
            <a:r>
              <a:t>Flyers and kiosks at railway stations, airports, bus stands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53035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ontserrat"/>
              </a:defRPr>
            </a:pPr>
            <a:r>
              <a:t>REFERRAL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ontserrat"/>
              </a:defRPr>
            </a:pPr>
            <a:r>
              <a:t>Rs.50 credit for every friend referred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297680"/>
            <a:ext cx="53035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ontserrat"/>
              </a:defRPr>
            </a:pPr>
            <a:r>
              <a:t>PARTNER 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Montserrat"/>
              </a:defRPr>
            </a:pPr>
            <a:r>
              <a:t>Commission-based model for shop owners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700"/>
                </a:solidFill>
                <a:latin typeface="Arial Black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REVENUE STREAMS</a:t>
            </a:r>
            <a:br/>
            <a:r>
              <a:t>- Storage fees: Rs.50 per booking</a:t>
            </a:r>
            <a:br/>
            <a:r>
              <a:t>- Delivery arrangement fees</a:t>
            </a:r>
            <a:br/>
            <a:r>
              <a:t>- NFC premium token fees</a:t>
            </a:r>
            <a:br/>
            <a:r>
              <a:t>- Kiosk advertisement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D700"/>
                </a:solidFill>
                <a:latin typeface="Arial Black"/>
              </a:defRPr>
            </a:pPr>
            <a:r>
              <a:t>Rs.7,50,000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ESTIMATED MONTHLY EARNINGS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82828"/>
                </a:solidFill>
                <a:latin typeface="Montserrat"/>
              </a:defRPr>
            </a:pPr>
            <a:r>
              <a:t>-&gt;  Acquisition by travel/logistics company</a:t>
            </a:r>
            <a:br/>
            <a:br/>
            <a:r>
              <a:t>-&gt;  Merge with major courier platform</a:t>
            </a:r>
            <a:br/>
            <a:br/>
            <a:r>
              <a:t>-&gt;  Technology IP licensing/sale</a:t>
            </a:r>
            <a:br/>
            <a:br/>
            <a:r>
              <a:t>-&gt;  Expansion to metro &amp; international markets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Q1</a:t>
            </a:r>
            <a:br/>
            <a:r>
              <a:t>50+ 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Q2</a:t>
            </a:r>
            <a:br/>
            <a:r>
              <a:t>AIRPORTS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Q3</a:t>
            </a:r>
            <a:br/>
            <a:r>
              <a:t>SUBSCRIPTIONS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Q4</a:t>
            </a:r>
            <a:br/>
            <a:r>
              <a:t>SMART LOCKERS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Montserrat"/>
              </a:defRPr>
            </a:pPr>
            <a:r>
              <a:t>VISION: Become India's #1 luggage storage network with</a:t>
            </a:r>
            <a:br/>
            <a:r>
              <a:t>smart locker integrations across all major transit hubs.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D700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ontserrat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ontserrat"/>
              </a:defRPr>
            </a:pPr>
            <a:r>
              <a:t>[Your Email] | [Your Phone]</a:t>
            </a:r>
            <a:br/>
            <a:r>
              <a:t>www.bagdrop.in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