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828800"/>
            <a:ext cx="1828800" cy="274320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1828800"/>
            <a:ext cx="9144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600" b="1">
                <a:solidFill>
                  <a:srgbClr val="000000"/>
                </a:solidFill>
                <a:latin typeface="Arial Black"/>
              </a:defRPr>
            </a:pPr>
            <a:r>
              <a:t>BAGDROP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32004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282828"/>
                </a:solidFill>
                <a:latin typeface="Montserrat"/>
              </a:defRPr>
            </a:pPr>
            <a:r>
              <a:t>SMART LUGGAGE STORAGE &amp; DELIVERY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41148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FFD700"/>
                </a:solidFill>
                <a:latin typeface="Montserrat"/>
              </a:defRPr>
            </a:pPr>
            <a:r>
              <a:t>Secure. Contactless. Affordable.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601200" y="0"/>
            <a:ext cx="2590495" cy="164592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6400" b="1">
                <a:solidFill>
                  <a:srgbClr val="000000"/>
                </a:solidFill>
                <a:latin typeface="Arial Black"/>
              </a:defRPr>
            </a:pPr>
            <a: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787878"/>
                </a:solidFill>
                <a:latin typeface="Montserrat"/>
              </a:defRPr>
            </a:pPr>
            <a:r>
              <a:t>Travelers face a daily struggle with luggage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560320"/>
            <a:ext cx="5303520" cy="12801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834640"/>
            <a:ext cx="49377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282828"/>
                </a:solidFill>
                <a:latin typeface="Montserrat"/>
              </a:defRPr>
            </a:pPr>
            <a:r>
              <a:t>EARLY CHECKOUT, LATE DEPARTURE</a:t>
            </a:r>
            <a:br/>
            <a:r>
              <a:t>Hotels force checkout but flights are hours away</a:t>
            </a:r>
          </a:p>
        </p:txBody>
      </p:sp>
      <p:sp>
        <p:nvSpPr>
          <p:cNvPr id="7" name="Rectangle 6"/>
          <p:cNvSpPr/>
          <p:nvPr/>
        </p:nvSpPr>
        <p:spPr>
          <a:xfrm>
            <a:off x="6217920" y="2560320"/>
            <a:ext cx="5303520" cy="12801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0" y="2834640"/>
            <a:ext cx="49377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282828"/>
                </a:solidFill>
                <a:latin typeface="Montserrat"/>
              </a:defRPr>
            </a:pPr>
            <a:r>
              <a:t>HEAVY BAGS, RUINED PLANS</a:t>
            </a:r>
            <a:br/>
            <a:r>
              <a:t>Dragging luggage kills the travel experience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4114800"/>
            <a:ext cx="5303520" cy="12801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89120"/>
            <a:ext cx="49377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282828"/>
                </a:solidFill>
                <a:latin typeface="Montserrat"/>
              </a:defRPr>
            </a:pPr>
            <a:r>
              <a:t>CLOAKROOMS? OVERPRICED</a:t>
            </a:r>
            <a:br/>
            <a:r>
              <a:t>Railway lockers are expensive, crowded, or broken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4114800"/>
            <a:ext cx="5303520" cy="12801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4389120"/>
            <a:ext cx="49377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282828"/>
                </a:solidFill>
                <a:latin typeface="Montserrat"/>
              </a:defRPr>
            </a:pPr>
            <a:r>
              <a:t>FORGOT YOUR BAG?</a:t>
            </a:r>
            <a:br/>
            <a:r>
              <a:t>No easy way to retrieve forgotten luggage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57607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D700"/>
                </a:solidFill>
                <a:latin typeface="Montserrat"/>
              </a:defRPr>
            </a:pPr>
            <a:r>
              <a:t>70% of travelers have faced luggage hassles during their trip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6400" b="1">
                <a:solidFill>
                  <a:srgbClr val="FFD700"/>
                </a:solidFill>
                <a:latin typeface="Arial Black"/>
              </a:defRPr>
            </a:pPr>
            <a:r>
              <a:t>THE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Montserrat"/>
              </a:defRPr>
            </a:pPr>
            <a:r>
              <a:t>Store your bags anywhere. Pick them up anytime.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2743200"/>
            <a:ext cx="137160" cy="73152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743200"/>
            <a:ext cx="9144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FFFFFF"/>
                </a:solidFill>
                <a:latin typeface="Montserrat"/>
              </a:defRPr>
            </a:pPr>
            <a:r>
              <a:t>NEIGHBORHOOD NETWORK</a:t>
            </a:r>
            <a:br/>
            <a:r>
              <a:t>We partner with verified local shops, cafes &amp; hotels as storage points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3840480"/>
            <a:ext cx="137160" cy="73152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3840480"/>
            <a:ext cx="9144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FFFFFF"/>
                </a:solidFill>
                <a:latin typeface="Montserrat"/>
              </a:defRPr>
            </a:pPr>
            <a:r>
              <a:t>INSTANT ACCESS</a:t>
            </a:r>
            <a:br/>
            <a:r>
              <a:t>Book via app, drop your bag, get a secure OTP or NFC token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4937760"/>
            <a:ext cx="137160" cy="73152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4937760"/>
            <a:ext cx="9144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FFFFFF"/>
                </a:solidFill>
                <a:latin typeface="Montserrat"/>
              </a:defRPr>
            </a:pPr>
            <a:r>
              <a:t>FORGOTTEN LUGGAGE? DELIVERED</a:t>
            </a:r>
            <a:br/>
            <a:r>
              <a:t>Left something behind? We'll courier it to you anywhere in India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D7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200" b="1">
                <a:solidFill>
                  <a:srgbClr val="000000"/>
                </a:solidFill>
                <a:latin typeface="Arial Black"/>
              </a:defRPr>
            </a:pPr>
            <a:r>
              <a:t>WHY CHOOSE US?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8288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00000"/>
                </a:solidFill>
                <a:latin typeface="Montserrat"/>
              </a:defRPr>
            </a:pPr>
            <a:r>
              <a:t>AFFORDABLE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28600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82828"/>
                </a:solidFill>
                <a:latin typeface="Montserrat"/>
              </a:defRPr>
            </a:pPr>
            <a:r>
              <a:t>Starting at just Rs.50 for 6 hours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8288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00000"/>
                </a:solidFill>
                <a:latin typeface="Montserrat"/>
              </a:defRPr>
            </a:pPr>
            <a:r>
              <a:t>FLEXIBLE PAYMENTS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228600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82828"/>
                </a:solidFill>
                <a:latin typeface="Montserrat"/>
              </a:defRPr>
            </a:pPr>
            <a:r>
              <a:t>UPI, Cards, NFC - pay your way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29184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00000"/>
                </a:solidFill>
                <a:latin typeface="Montserrat"/>
              </a:defRPr>
            </a:pPr>
            <a:r>
              <a:t>SECURE ACCESS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749039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82828"/>
                </a:solidFill>
                <a:latin typeface="Montserrat"/>
              </a:defRPr>
            </a:pPr>
            <a:r>
              <a:t>OTP &amp; NFC tokens for safe retrieval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329184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00000"/>
                </a:solidFill>
                <a:latin typeface="Montserrat"/>
              </a:defRPr>
            </a:pPr>
            <a:r>
              <a:t>DELIVERY BACKUP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3749039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82828"/>
                </a:solidFill>
                <a:latin typeface="Montserrat"/>
              </a:defRPr>
            </a:pPr>
            <a:r>
              <a:t>Forgot your bag? We deliver it to you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75488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00000"/>
                </a:solidFill>
                <a:latin typeface="Montserrat"/>
              </a:defRPr>
            </a:pPr>
            <a:r>
              <a:t>PAN-INDIA NETWORK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21208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82828"/>
                </a:solidFill>
                <a:latin typeface="Montserrat"/>
              </a:defRPr>
            </a:pPr>
            <a:r>
              <a:t>Growing presence across major cities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475488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00000"/>
                </a:solidFill>
                <a:latin typeface="Montserrat"/>
              </a:defRPr>
            </a:pPr>
            <a:r>
              <a:t>24/7 SUPPORT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521208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82828"/>
                </a:solidFill>
                <a:latin typeface="Montserrat"/>
              </a:defRPr>
            </a:pPr>
            <a:r>
              <a:t>Help whenever you need it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6400" b="1">
                <a:solidFill>
                  <a:srgbClr val="000000"/>
                </a:solidFill>
                <a:latin typeface="Arial Black"/>
              </a:defRPr>
            </a:pPr>
            <a:r>
              <a:t>TARGET AUDIENCE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058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0">
                <a:solidFill>
                  <a:srgbClr val="282828"/>
                </a:solidFill>
                <a:latin typeface="Montserrat"/>
              </a:defRPr>
            </a:pPr>
            <a:r>
              <a:t>-&gt;  Tourists &amp; Backpackers</a:t>
            </a:r>
            <a:br/>
            <a:br/>
            <a:r>
              <a:t>-&gt;  Train &amp; Bus Travelers</a:t>
            </a:r>
            <a:br/>
            <a:br/>
            <a:r>
              <a:t>-&gt;  Students &amp; Daily Commuters</a:t>
            </a:r>
            <a:br/>
            <a:br/>
            <a:r>
              <a:t>-&gt;  Business Travelers</a:t>
            </a:r>
            <a:br/>
            <a:br/>
            <a:r>
              <a:t>-&gt;  Anyone with forgotten luggage needs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5600" b="1">
                <a:solidFill>
                  <a:srgbClr val="000000"/>
                </a:solidFill>
                <a:latin typeface="Arial Black"/>
              </a:defRPr>
            </a:pPr>
            <a:r>
              <a:t>KEY FEATURES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371600"/>
            <a:ext cx="3474720" cy="182880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3108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000000"/>
                </a:solidFill>
                <a:latin typeface="Montserrat"/>
              </a:defRPr>
            </a:pPr>
            <a:r>
              <a:t>APP BOOKING</a:t>
            </a:r>
            <a:br/>
            <a:r>
              <a:t>&amp; MAP 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4297680" y="1371600"/>
            <a:ext cx="3474720" cy="18288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480560" y="1828800"/>
            <a:ext cx="3108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  <a:latin typeface="Montserrat"/>
              </a:defRPr>
            </a:pPr>
            <a:r>
              <a:t>SELF-SERVICE</a:t>
            </a:r>
            <a:br/>
            <a:r>
              <a:t>KIOSK</a:t>
            </a:r>
          </a:p>
        </p:txBody>
      </p:sp>
      <p:sp>
        <p:nvSpPr>
          <p:cNvPr id="7" name="Rectangle 6"/>
          <p:cNvSpPr/>
          <p:nvPr/>
        </p:nvSpPr>
        <p:spPr>
          <a:xfrm>
            <a:off x="8138160" y="1371600"/>
            <a:ext cx="3474720" cy="182880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21040" y="1828800"/>
            <a:ext cx="3108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000000"/>
                </a:solidFill>
                <a:latin typeface="Montserrat"/>
              </a:defRPr>
            </a:pPr>
            <a:r>
              <a:t>NFC &amp; QR</a:t>
            </a:r>
            <a:br/>
            <a:r>
              <a:t>TOKEN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3657600"/>
            <a:ext cx="3474720" cy="18288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4114800"/>
            <a:ext cx="3108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  <a:latin typeface="Montserrat"/>
              </a:defRPr>
            </a:pPr>
            <a:r>
              <a:t>REAL-TIME</a:t>
            </a:r>
            <a:br/>
            <a:r>
              <a:t>NOTIFICATIONS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97680" y="3657600"/>
            <a:ext cx="3474720" cy="182880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80560" y="4114800"/>
            <a:ext cx="3108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000000"/>
                </a:solidFill>
                <a:latin typeface="Montserrat"/>
              </a:defRPr>
            </a:pPr>
            <a:r>
              <a:t>DELIVERY</a:t>
            </a:r>
            <a:br/>
            <a:r>
              <a:t>SUPPORT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38160" y="3657600"/>
            <a:ext cx="3474720" cy="18288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21040" y="4114800"/>
            <a:ext cx="3108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  <a:latin typeface="Montserrat"/>
              </a:defRPr>
            </a:pPr>
            <a:r>
              <a:t>24/7</a:t>
            </a:r>
            <a:br/>
            <a:r>
              <a:t>SUPPORT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5600" b="1">
                <a:solidFill>
                  <a:srgbClr val="000000"/>
                </a:solidFill>
                <a:latin typeface="Arial Black"/>
              </a:defRPr>
            </a:pPr>
            <a:r>
              <a:t>HOW IT WORKS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058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787878"/>
                </a:solidFill>
                <a:latin typeface="Montserrat"/>
              </a:defRPr>
            </a:pPr>
            <a:r>
              <a:t>5 simple steps to freedom from your luggage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2011680"/>
            <a:ext cx="2194560" cy="320040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2194560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00000"/>
                </a:solidFill>
                <a:latin typeface="Arial Black"/>
              </a:defRPr>
            </a:pPr>
            <a: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283464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000000"/>
                </a:solidFill>
                <a:latin typeface="Montserrat"/>
              </a:defRPr>
            </a:pPr>
            <a:r>
              <a:t>FIND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3291840"/>
            <a:ext cx="20116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282828"/>
                </a:solidFill>
                <a:latin typeface="Montserrat"/>
              </a:defRPr>
            </a:pPr>
            <a:r>
              <a:t>Open app</a:t>
            </a:r>
            <a:br/>
            <a:r>
              <a:t>Locate nearest</a:t>
            </a:r>
            <a:br/>
            <a:r>
              <a:t>BagDrop point</a:t>
            </a:r>
          </a:p>
        </p:txBody>
      </p:sp>
      <p:sp>
        <p:nvSpPr>
          <p:cNvPr id="8" name="Rectangle 7"/>
          <p:cNvSpPr/>
          <p:nvPr/>
        </p:nvSpPr>
        <p:spPr>
          <a:xfrm>
            <a:off x="2651760" y="2011680"/>
            <a:ext cx="2194560" cy="32004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0" y="2194560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D700"/>
                </a:solidFill>
                <a:latin typeface="Arial Black"/>
              </a:defRPr>
            </a:pPr>
            <a: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0" y="283464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Montserrat"/>
              </a:defRPr>
            </a:pPr>
            <a:r>
              <a:t>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0" y="3291840"/>
            <a:ext cx="20116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C8C8C8"/>
                </a:solidFill>
                <a:latin typeface="Montserrat"/>
              </a:defRPr>
            </a:pPr>
            <a:r>
              <a:t>Select time slot</a:t>
            </a:r>
            <a:br/>
            <a:r>
              <a:t>Pay via UPI</a:t>
            </a:r>
            <a:br/>
            <a:r>
              <a:t>or Card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0" y="2011680"/>
            <a:ext cx="2194560" cy="320040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0640" y="2194560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00000"/>
                </a:solidFill>
                <a:latin typeface="Arial Black"/>
              </a:defRPr>
            </a:pPr>
            <a: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20640" y="283464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000000"/>
                </a:solidFill>
                <a:latin typeface="Montserrat"/>
              </a:defRPr>
            </a:pPr>
            <a:r>
              <a:t>DROP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20640" y="3291840"/>
            <a:ext cx="20116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282828"/>
                </a:solidFill>
                <a:latin typeface="Montserrat"/>
              </a:defRPr>
            </a:pPr>
            <a:r>
              <a:t>Leave bags</a:t>
            </a:r>
            <a:br/>
            <a:r>
              <a:t>Get OTP or</a:t>
            </a:r>
            <a:br/>
            <a:r>
              <a:t>NFC token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406640" y="2011680"/>
            <a:ext cx="2194560" cy="32004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98079" y="2194560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D700"/>
                </a:solidFill>
                <a:latin typeface="Arial Black"/>
              </a:defRPr>
            </a:pPr>
            <a: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79" y="283464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Montserrat"/>
              </a:defRPr>
            </a:pPr>
            <a:r>
              <a:t>RETRIEVE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79" y="3291840"/>
            <a:ext cx="20116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C8C8C8"/>
                </a:solidFill>
                <a:latin typeface="Montserrat"/>
              </a:defRPr>
            </a:pPr>
            <a:r>
              <a:t>Show token</a:t>
            </a:r>
            <a:br/>
            <a:r>
              <a:t>Collect bags</a:t>
            </a:r>
            <a:br/>
            <a:r>
              <a:t>Travel light!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784080" y="2011680"/>
            <a:ext cx="2194560" cy="320040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875520" y="2194560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00000"/>
                </a:solidFill>
                <a:latin typeface="Arial Black"/>
              </a:defRPr>
            </a:pPr>
            <a:r>
              <a:t>05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875520" y="283464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000000"/>
                </a:solidFill>
                <a:latin typeface="Montserrat"/>
              </a:defRPr>
            </a:pPr>
            <a:r>
              <a:t>DELIVER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75520" y="3291840"/>
            <a:ext cx="20116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282828"/>
                </a:solidFill>
                <a:latin typeface="Montserrat"/>
              </a:defRPr>
            </a:pPr>
            <a:r>
              <a:t>Forgot bag?</a:t>
            </a:r>
            <a:br/>
            <a:r>
              <a:t>We courier it</a:t>
            </a:r>
            <a:br/>
            <a:r>
              <a:t>to you!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56692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D700"/>
                </a:solidFill>
                <a:latin typeface="Montserrat"/>
              </a:defRPr>
            </a:pPr>
            <a:r>
              <a:t>Average drop time: Under 2 minutes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6400" b="1">
                <a:solidFill>
                  <a:srgbClr val="FFD700"/>
                </a:solidFill>
                <a:latin typeface="Arial Black"/>
              </a:defRPr>
            </a:pPr>
            <a:r>
              <a:t>TECHNOLOGY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801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FFFFFF"/>
                </a:solidFill>
                <a:latin typeface="Montserrat"/>
              </a:defRPr>
            </a:pPr>
            <a:r>
              <a:t>Built for speed, security &amp; scale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2103120"/>
            <a:ext cx="3474720" cy="365760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2103120"/>
            <a:ext cx="3474720" cy="13716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46888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D700"/>
                </a:solidFill>
                <a:latin typeface="Montserrat"/>
              </a:defRPr>
            </a:pPr>
            <a:r>
              <a:t>PAYMENTS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017520"/>
            <a:ext cx="31089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Montserrat"/>
              </a:defRPr>
            </a:pPr>
            <a:r>
              <a:t>UPI (GPay, PhonePe)</a:t>
            </a:r>
            <a:br/>
            <a:br/>
            <a:r>
              <a:t>Credit &amp; Debit Cards</a:t>
            </a:r>
            <a:br/>
            <a:br/>
            <a:r>
              <a:t>NFC Contactless</a:t>
            </a:r>
            <a:br/>
            <a:br/>
            <a:r>
              <a:t>Wallet Integration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4297680" y="2103120"/>
            <a:ext cx="3474720" cy="365760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97680" y="2103120"/>
            <a:ext cx="3474720" cy="13716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80560" y="246888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D700"/>
                </a:solidFill>
                <a:latin typeface="Montserrat"/>
              </a:defRPr>
            </a:pPr>
            <a:r>
              <a:t>SECURITY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3017520"/>
            <a:ext cx="31089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Montserrat"/>
              </a:defRPr>
            </a:pPr>
            <a:r>
              <a:t>OTP Verification</a:t>
            </a:r>
            <a:br/>
            <a:br/>
            <a:r>
              <a:t>NFC Token Access</a:t>
            </a:r>
            <a:br/>
            <a:br/>
            <a:r>
              <a:t>End-to-End Encryption</a:t>
            </a:r>
            <a:br/>
            <a:br/>
            <a:r>
              <a:t>Verified Partners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138160" y="2103120"/>
            <a:ext cx="3474720" cy="365760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138160" y="2103120"/>
            <a:ext cx="3474720" cy="13716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21040" y="246888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D700"/>
                </a:solidFill>
                <a:latin typeface="Montserrat"/>
              </a:defRPr>
            </a:pPr>
            <a:r>
              <a:t>PLATFORM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0" y="3017520"/>
            <a:ext cx="31089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Montserrat"/>
              </a:defRPr>
            </a:pPr>
            <a:r>
              <a:t>iOS &amp; Android App</a:t>
            </a:r>
            <a:br/>
            <a:br/>
            <a:r>
              <a:t>Self-Service Kiosks</a:t>
            </a:r>
            <a:br/>
            <a:br/>
            <a:r>
              <a:t>Partner Dashboard</a:t>
            </a:r>
            <a:br/>
            <a:br/>
            <a:r>
              <a:t>Real-time Analytics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D7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5600" b="1">
                <a:solidFill>
                  <a:srgbClr val="000000"/>
                </a:solidFill>
                <a:latin typeface="Arial Black"/>
              </a:defRPr>
            </a:pPr>
            <a:r>
              <a:t>TEAM STRUCTURE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058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000000"/>
                </a:solidFill>
                <a:latin typeface="Montserrat"/>
              </a:defRPr>
            </a:pPr>
            <a:r>
              <a:t>CEO / FOUNDER</a:t>
            </a:r>
            <a:br/>
            <a:r>
              <a:t>Overall strategy &amp; vision</a:t>
            </a:r>
            <a:br/>
            <a:br/>
            <a:r>
              <a:t>CTO</a:t>
            </a:r>
            <a:br/>
            <a:r>
              <a:t>App &amp; platform technology</a:t>
            </a:r>
            <a:br/>
            <a:br/>
            <a:r>
              <a:t>OPERATIONS MANAGER</a:t>
            </a:r>
            <a:br/>
            <a:r>
              <a:t>Onboarding &amp; quality control</a:t>
            </a:r>
            <a:br/>
            <a:br/>
            <a:r>
              <a:t>LOGISTICS COORDINATOR</a:t>
            </a:r>
            <a:br/>
            <a:r>
              <a:t>Delivery partner management</a:t>
            </a:r>
            <a:br/>
            <a:br/>
            <a:r>
              <a:t>CUSTOMER SUPPORT</a:t>
            </a:r>
            <a:br/>
            <a:r>
              <a:t>Phone &amp; app support team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6400" b="1">
                <a:solidFill>
                  <a:srgbClr val="000000"/>
                </a:solidFill>
                <a:latin typeface="Arial Black"/>
              </a:defRPr>
            </a:pPr>
            <a:r>
              <a:t>GO-TO-MARKET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787878"/>
                </a:solidFill>
                <a:latin typeface="Montserrat"/>
              </a:defRPr>
            </a:pPr>
            <a:r>
              <a:t>Multi-channel strategy to reach travelers where they are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2011680"/>
            <a:ext cx="3474720" cy="201168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28600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000000"/>
                </a:solidFill>
                <a:latin typeface="Montserrat"/>
              </a:defRPr>
            </a:pPr>
            <a:r>
              <a:t>DIGITAL ADS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834640"/>
            <a:ext cx="3108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Montserrat"/>
              </a:defRPr>
            </a:pPr>
            <a:r>
              <a:t>Instagram, Facebook &amp; Google targeting tourists and travelers</a:t>
            </a:r>
          </a:p>
        </p:txBody>
      </p:sp>
      <p:sp>
        <p:nvSpPr>
          <p:cNvPr id="7" name="Rectangle 6"/>
          <p:cNvSpPr/>
          <p:nvPr/>
        </p:nvSpPr>
        <p:spPr>
          <a:xfrm>
            <a:off x="4297680" y="2011680"/>
            <a:ext cx="3474720" cy="201168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560" y="228600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D700"/>
                </a:solidFill>
                <a:latin typeface="Montserrat"/>
              </a:defRPr>
            </a:pPr>
            <a:r>
              <a:t>INFLUENCERS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80560" y="2834640"/>
            <a:ext cx="3108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Montserrat"/>
              </a:defRPr>
            </a:pPr>
            <a:r>
              <a:t>Partner with travel vloggers and content creators for authentic reach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38160" y="2011680"/>
            <a:ext cx="3474720" cy="201168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21040" y="228600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000000"/>
                </a:solidFill>
                <a:latin typeface="Montserrat"/>
              </a:defRPr>
            </a:pPr>
            <a:r>
              <a:t>TRANSIT HUBS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21040" y="2834640"/>
            <a:ext cx="3108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82828"/>
                </a:solidFill>
                <a:latin typeface="Montserrat"/>
              </a:defRPr>
            </a:pPr>
            <a:r>
              <a:t>Flyers and kiosks at railway stations, airports, bus stands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4297680"/>
            <a:ext cx="5303520" cy="164592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457200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D700"/>
                </a:solidFill>
                <a:latin typeface="Montserrat"/>
              </a:defRPr>
            </a:pPr>
            <a:r>
              <a:t>REFERRAL PROGRAM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029200"/>
            <a:ext cx="4937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Montserrat"/>
              </a:defRPr>
            </a:pPr>
            <a:r>
              <a:t>Rs.50 credit for every friend referred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17920" y="4297680"/>
            <a:ext cx="5303520" cy="164592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457200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000000"/>
                </a:solidFill>
                <a:latin typeface="Montserrat"/>
              </a:defRPr>
            </a:pPr>
            <a:r>
              <a:t>PARTNER ONBOARDING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5029200"/>
            <a:ext cx="4937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282828"/>
                </a:solidFill>
                <a:latin typeface="Montserrat"/>
              </a:defRPr>
            </a:pPr>
            <a:r>
              <a:t>Commission-based model for shop owners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5600" b="1">
                <a:solidFill>
                  <a:srgbClr val="FFD700"/>
                </a:solidFill>
                <a:latin typeface="Arial Black"/>
              </a:defRPr>
            </a:pPr>
            <a:r>
              <a:t>REVENUE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058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FFFFFF"/>
                </a:solidFill>
                <a:latin typeface="Montserrat"/>
              </a:defRPr>
            </a:pPr>
            <a:r>
              <a:t>REVENUE STREAMS</a:t>
            </a:r>
            <a:br/>
            <a:r>
              <a:t>- Storage fees: Rs.50 per booking</a:t>
            </a:r>
            <a:br/>
            <a:r>
              <a:t>- Delivery arrangement fees</a:t>
            </a:r>
            <a:br/>
            <a:r>
              <a:t>- NFC premium token fees</a:t>
            </a:r>
            <a:br/>
            <a:r>
              <a:t>- Kiosk advertisement revenue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47472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600" b="1">
                <a:solidFill>
                  <a:srgbClr val="FFD700"/>
                </a:solidFill>
                <a:latin typeface="Arial Black"/>
              </a:defRPr>
            </a:pPr>
            <a:r>
              <a:t>Rs.7,50,000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0292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FFFFFF"/>
                </a:solidFill>
                <a:latin typeface="Montserrat"/>
              </a:defRPr>
            </a:pPr>
            <a:r>
              <a:t>ESTIMATED MONTHLY EARNINGS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029200"/>
            <a:ext cx="4572000" cy="182880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6400" b="1">
                <a:solidFill>
                  <a:srgbClr val="000000"/>
                </a:solidFill>
                <a:latin typeface="Arial Black"/>
              </a:defRPr>
            </a:pPr>
            <a:r>
              <a:t>EXIT STRATEGY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10058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0">
                <a:solidFill>
                  <a:srgbClr val="282828"/>
                </a:solidFill>
                <a:latin typeface="Montserrat"/>
              </a:defRPr>
            </a:pPr>
            <a:r>
              <a:t>-&gt;  Acquisition by travel/logistics company</a:t>
            </a:r>
            <a:br/>
            <a:br/>
            <a:r>
              <a:t>-&gt;  Merge with major courier platform</a:t>
            </a:r>
            <a:br/>
            <a:br/>
            <a:r>
              <a:t>-&gt;  Technology IP licensing/sale</a:t>
            </a:r>
            <a:br/>
            <a:br/>
            <a:r>
              <a:t>-&gt;  Expansion to metro &amp; international markets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D7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6400" b="1">
                <a:solidFill>
                  <a:srgbClr val="000000"/>
                </a:solidFill>
                <a:latin typeface="Arial Black"/>
              </a:defRPr>
            </a:pPr>
            <a:r>
              <a:t>FUTURE ROADMAP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828800"/>
            <a:ext cx="2560320" cy="164592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94560"/>
            <a:ext cx="23774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Montserrat"/>
              </a:defRPr>
            </a:pPr>
            <a:r>
              <a:t>Q1</a:t>
            </a:r>
            <a:br/>
            <a:r>
              <a:t>50+ CITIES</a:t>
            </a:r>
          </a:p>
        </p:txBody>
      </p:sp>
      <p:sp>
        <p:nvSpPr>
          <p:cNvPr id="5" name="Rectangle 4"/>
          <p:cNvSpPr/>
          <p:nvPr/>
        </p:nvSpPr>
        <p:spPr>
          <a:xfrm>
            <a:off x="3291840" y="1828800"/>
            <a:ext cx="2560320" cy="164592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383280" y="2194560"/>
            <a:ext cx="23774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Montserrat"/>
              </a:defRPr>
            </a:pPr>
            <a:r>
              <a:t>Q2</a:t>
            </a:r>
            <a:br/>
            <a:r>
              <a:t>AIRPORTS</a:t>
            </a:r>
          </a:p>
        </p:txBody>
      </p:sp>
      <p:sp>
        <p:nvSpPr>
          <p:cNvPr id="7" name="Rectangle 6"/>
          <p:cNvSpPr/>
          <p:nvPr/>
        </p:nvSpPr>
        <p:spPr>
          <a:xfrm>
            <a:off x="6126480" y="1828800"/>
            <a:ext cx="2560320" cy="164592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17920" y="2194560"/>
            <a:ext cx="23774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Montserrat"/>
              </a:defRPr>
            </a:pPr>
            <a:r>
              <a:t>Q3</a:t>
            </a:r>
            <a:br/>
            <a:r>
              <a:t>SUBSCRIPTIONS</a:t>
            </a:r>
          </a:p>
        </p:txBody>
      </p:sp>
      <p:sp>
        <p:nvSpPr>
          <p:cNvPr id="9" name="Rectangle 8"/>
          <p:cNvSpPr/>
          <p:nvPr/>
        </p:nvSpPr>
        <p:spPr>
          <a:xfrm>
            <a:off x="8961120" y="1828800"/>
            <a:ext cx="2560320" cy="164592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052560" y="2194560"/>
            <a:ext cx="23774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Montserrat"/>
              </a:defRPr>
            </a:pPr>
            <a:r>
              <a:t>Q4</a:t>
            </a:r>
            <a:br/>
            <a:r>
              <a:t>SMART LOCKERS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114800"/>
            <a:ext cx="10058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0">
                <a:solidFill>
                  <a:srgbClr val="000000"/>
                </a:solidFill>
                <a:latin typeface="Montserrat"/>
              </a:defRPr>
            </a:pPr>
            <a:r>
              <a:t>VISION: Become India's #1 luggage storage network with</a:t>
            </a:r>
            <a:br/>
            <a:r>
              <a:t>smart locker integrations across all major transit hubs.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1828800"/>
            <a:ext cx="121916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600" b="1">
                <a:solidFill>
                  <a:srgbClr val="FFD700"/>
                </a:solidFill>
                <a:latin typeface="Arial Black"/>
              </a:defRPr>
            </a:pPr>
            <a:r>
              <a:t>THANK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474720"/>
            <a:ext cx="121916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0">
                <a:solidFill>
                  <a:srgbClr val="FFFFFF"/>
                </a:solidFill>
                <a:latin typeface="Montserrat"/>
              </a:defRPr>
            </a:pPr>
            <a:r>
              <a:t>QUESTIONS &amp; DISCUSSION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4754880"/>
            <a:ext cx="121916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FFFFFF"/>
                </a:solidFill>
                <a:latin typeface="Montserrat"/>
              </a:defRPr>
            </a:pPr>
            <a:r>
              <a:t>[Your Email] | [Your Phone]</a:t>
            </a:r>
            <a:br/>
            <a:r>
              <a:t>www.bagdrop.in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