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828800" cy="2743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000000"/>
                </a:solidFill>
                <a:latin typeface="Arial Black"/>
              </a:defRPr>
            </a:pPr>
            <a:r>
              <a:t>BAGDROP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1E1E"/>
                </a:solidFill>
                <a:latin typeface="Segoe UI"/>
              </a:defRPr>
            </a:pPr>
            <a:r>
              <a:t>SMART LUGGAGE STORAGE &amp;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D700"/>
                </a:solidFill>
                <a:latin typeface="Segoe UI"/>
              </a:defRPr>
            </a:pPr>
            <a:r>
              <a:t>Secure. Contactless. Affordable.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3047695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Segoe UI"/>
              </a:defRPr>
            </a:pPr>
            <a:r>
              <a:t>• Travelers check out early but flights/trains are later</a:t>
            </a:r>
            <a:br/>
            <a:br/>
            <a:r>
              <a:t>• Carrying luggage all day is inconvenient &amp; tiring</a:t>
            </a:r>
            <a:br/>
            <a:br/>
            <a:r>
              <a:t>• Cloakrooms are crowded, expensive, or unavailable</a:t>
            </a:r>
            <a:br/>
            <a:br/>
            <a:r>
              <a:t>• Forgotten luggage creates stress and financial loss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840480"/>
            <a:ext cx="12191695" cy="1371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D700"/>
                </a:solidFill>
                <a:latin typeface="Arial Black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Segoe UI"/>
              </a:defRPr>
            </a:pPr>
            <a:r>
              <a:t>BAGDROP — Store Bags Anywhere, Anytime</a:t>
            </a:r>
            <a:br/>
            <a:br/>
            <a:r>
              <a:t>• Partner with local shops for secure storage</a:t>
            </a:r>
            <a:br/>
            <a:r>
              <a:t>• Safe, contactless access via mobile app</a:t>
            </a:r>
            <a:br/>
            <a:r>
              <a:t>• OTP, NFC tokens, UPI &amp; Card payments</a:t>
            </a:r>
            <a:br/>
            <a:r>
              <a:t>• Self-service kiosks at transit hubs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000000"/>
                </a:solidFill>
                <a:latin typeface="Arial Black"/>
              </a:defRPr>
            </a:pPr>
            <a:r>
              <a:t>WHY BAGDROP?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0000"/>
                </a:solidFill>
                <a:latin typeface="Segoe UI"/>
              </a:defRPr>
            </a:pPr>
            <a:r>
              <a:t>₹50 for 6 hours — Affordable pricing</a:t>
            </a:r>
            <a:br/>
            <a:br/>
            <a:r>
              <a:t>Multi-payment: UPI, Card, NFC</a:t>
            </a:r>
            <a:br/>
            <a:br/>
            <a:r>
              <a:t>Smart OTP &amp; Token access system</a:t>
            </a:r>
            <a:br/>
            <a:br/>
            <a:r>
              <a:t>Delivery support for forgotten luggage</a:t>
            </a:r>
            <a:br/>
            <a:br/>
            <a:r>
              <a:t>Inter-city rapid porter arrangements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E1E1E"/>
                </a:solidFill>
                <a:latin typeface="Segoe UI"/>
              </a:defRPr>
            </a:pPr>
            <a:r>
              <a:t>→  Tourists &amp; Backpackers</a:t>
            </a:r>
            <a:br/>
            <a:br/>
            <a:r>
              <a:t>→  Train &amp; Bus Travelers</a:t>
            </a:r>
            <a:br/>
            <a:br/>
            <a:r>
              <a:t>→  Students &amp; Daily Commuters</a:t>
            </a:r>
            <a:br/>
            <a:br/>
            <a:r>
              <a:t>→  Business Travelers</a:t>
            </a:r>
            <a:br/>
            <a:br/>
            <a:r>
              <a:t>→  Anyone with forgotten luggage needs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47472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 Black"/>
              </a:defRPr>
            </a:pPr>
            <a:r>
              <a:t>APP BOOKING</a:t>
            </a:r>
            <a:br/>
            <a:r>
              <a:t>&amp; MAP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371600"/>
            <a:ext cx="347472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SELF-SERVICE</a:t>
            </a:r>
            <a:br/>
            <a:r>
              <a:t>KIOSK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371600"/>
            <a:ext cx="347472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828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 Black"/>
              </a:defRPr>
            </a:pPr>
            <a:r>
              <a:t>NFC &amp; QR</a:t>
            </a:r>
            <a:br/>
            <a:r>
              <a:t>TOKEN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347472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REAL-TIME</a:t>
            </a:r>
            <a:br/>
            <a:r>
              <a:t>NOTIFICATIONS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657600"/>
            <a:ext cx="347472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  <a:latin typeface="Arial Black"/>
              </a:defRPr>
            </a:pPr>
            <a:r>
              <a:t>DELIVERY</a:t>
            </a:r>
            <a:br/>
            <a:r>
              <a:t>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657600"/>
            <a:ext cx="3474720" cy="1828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1148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 Black"/>
              </a:defRPr>
            </a:pPr>
            <a:r>
              <a:t>24/7</a:t>
            </a:r>
            <a:br/>
            <a:r>
              <a:t>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700"/>
                </a:solidFill>
                <a:latin typeface="Arial Black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01   FIND</a:t>
            </a:r>
            <a:br/>
            <a:r>
              <a:t>     Locate nearby BagDrop location on app</a:t>
            </a:r>
            <a:br/>
            <a:br/>
            <a:r>
              <a:t>02   BOOK</a:t>
            </a:r>
            <a:br/>
            <a:r>
              <a:t>     Reserve your time slot instantly</a:t>
            </a:r>
            <a:br/>
            <a:br/>
            <a:r>
              <a:t>03   DROP</a:t>
            </a:r>
            <a:br/>
            <a:r>
              <a:t>     Store luggage &amp; receive OTP/NFC token</a:t>
            </a:r>
            <a:br/>
            <a:br/>
            <a:r>
              <a:t>04   RETRIEVE</a:t>
            </a:r>
            <a:br/>
            <a:r>
              <a:t>     Pick up using your secure token</a:t>
            </a:r>
            <a:br/>
            <a:br/>
            <a:r>
              <a:t>05   FORGOT?</a:t>
            </a:r>
            <a:br/>
            <a:r>
              <a:t>     Request delivery via support 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58400" y="0"/>
            <a:ext cx="2133295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TECH &amp;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E1E1E"/>
                </a:solidFill>
                <a:latin typeface="Segoe UI"/>
              </a:defRPr>
            </a:pPr>
            <a:r>
              <a:t>PAYMENTS</a:t>
            </a:r>
            <a:br/>
            <a:r>
              <a:t>UPI / Card / NFC Contactless</a:t>
            </a:r>
            <a:br/>
            <a:br/>
            <a:br/>
            <a:r>
              <a:t>SECURITY</a:t>
            </a:r>
            <a:br/>
            <a:r>
              <a:t>OTP &amp; Token Verification</a:t>
            </a:r>
            <a:br/>
            <a:r>
              <a:t>End-to-end encrypted</a:t>
            </a:r>
            <a:br/>
            <a:br/>
            <a:br/>
            <a:r>
              <a:t>PLATFORM</a:t>
            </a:r>
            <a:br/>
            <a:r>
              <a:t>Mobile App (iOS &amp; Android)</a:t>
            </a:r>
            <a:br/>
            <a:r>
              <a:t>Self-service Kiosk UI</a:t>
            </a:r>
            <a:br/>
            <a:r>
              <a:t>Admin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000000"/>
                </a:solidFill>
                <a:latin typeface="Arial Black"/>
              </a:defRPr>
            </a:pPr>
            <a:r>
              <a:t>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0000"/>
                </a:solidFill>
                <a:latin typeface="Segoe UI"/>
              </a:defRPr>
            </a:pPr>
            <a:r>
              <a:t>CEO / FOUNDER</a:t>
            </a:r>
            <a:br/>
            <a:r>
              <a:t>Overall strategy &amp; vision</a:t>
            </a:r>
            <a:br/>
            <a:br/>
            <a:r>
              <a:t>CTO</a:t>
            </a:r>
            <a:br/>
            <a:r>
              <a:t>App &amp; platform technology</a:t>
            </a:r>
            <a:br/>
            <a:br/>
            <a:r>
              <a:t>OPERATIONS MANAGER</a:t>
            </a:r>
            <a:br/>
            <a:r>
              <a:t>Onboarding &amp; quality control</a:t>
            </a:r>
            <a:br/>
            <a:br/>
            <a:r>
              <a:t>LOGISTICS COORDINATOR</a:t>
            </a:r>
            <a:br/>
            <a:r>
              <a:t>Delivery partner management</a:t>
            </a:r>
            <a:br/>
            <a:br/>
            <a:r>
              <a:t>CUSTOMER SUPPORT</a:t>
            </a:r>
            <a:br/>
            <a:r>
              <a:t>Phone &amp; app support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GO-TO-MARKET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53035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t>SOCIAL MEDIA ADS</a:t>
            </a:r>
            <a:br/>
            <a:r>
              <a:t>Targeting travelers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3035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INFLUENCER COLLABS</a:t>
            </a:r>
            <a:br/>
            <a:r>
              <a:t>Travel content creators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657600"/>
            <a:ext cx="53035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TRANSIT HUB FLYERS</a:t>
            </a:r>
            <a:br/>
            <a:r>
              <a:t>On-ground presence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3657600"/>
            <a:ext cx="5303520" cy="1645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0233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Arial Black"/>
              </a:defRPr>
            </a:pPr>
            <a:r>
              <a:t>REFERRAL BONUSES</a:t>
            </a:r>
            <a:br/>
            <a:r>
              <a:t>Users &amp; shop partners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D700"/>
                </a:solidFill>
                <a:latin typeface="Arial Black"/>
              </a:defRPr>
            </a:pPr>
            <a:r>
              <a:t>REVENUE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REVENUE STREAMS</a:t>
            </a:r>
            <a:br/>
            <a:r>
              <a:t>• Storage fees — ₹50 per booking</a:t>
            </a:r>
            <a:br/>
            <a:r>
              <a:t>• Delivery arrangement fees</a:t>
            </a:r>
            <a:br/>
            <a:r>
              <a:t>• NFC premium token fees</a:t>
            </a:r>
            <a:br/>
            <a:r>
              <a:t>• Kiosk advertisement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600" b="1">
                <a:solidFill>
                  <a:srgbClr val="FFD700"/>
                </a:solidFill>
                <a:latin typeface="Arial Black"/>
              </a:defRPr>
            </a:pPr>
            <a:r>
              <a:t>₹7,50,000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ESTIMATED MONTHLY EARNINGS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4572000" cy="1828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E1E1E"/>
                </a:solidFill>
                <a:latin typeface="Segoe UI"/>
              </a:defRPr>
            </a:pPr>
            <a:r>
              <a:t>→  Acquisition by travel/logistics company</a:t>
            </a:r>
            <a:br/>
            <a:br/>
            <a:r>
              <a:t>→  Merge with major courier platform</a:t>
            </a:r>
            <a:br/>
            <a:br/>
            <a:r>
              <a:t>→  Technology IP licensing/sale</a:t>
            </a:r>
            <a:br/>
            <a:br/>
            <a:r>
              <a:t>→  Expansion to metro &amp; international markets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7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00000"/>
                </a:solidFill>
                <a:latin typeface="Arial Black"/>
              </a:defRPr>
            </a:pPr>
            <a:r>
              <a:t>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5603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Q1</a:t>
            </a:r>
            <a:br/>
            <a:r>
              <a:t>50+ CITIES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828800"/>
            <a:ext cx="25603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rial Black"/>
              </a:defRPr>
            </a:pPr>
            <a:r>
              <a:t>Q2</a:t>
            </a:r>
            <a:br/>
            <a:r>
              <a:t>AIRPORTS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828800"/>
            <a:ext cx="25603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 Black"/>
              </a:defRPr>
            </a:pPr>
            <a:r>
              <a:t>Q3</a:t>
            </a:r>
            <a:br/>
            <a:r>
              <a:t>SUBSCRIPTIONS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0" y="1828800"/>
            <a:ext cx="256032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1945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 Black"/>
              </a:defRPr>
            </a:pPr>
            <a:r>
              <a:t>Q4</a:t>
            </a:r>
            <a:br/>
            <a:r>
              <a:t>SMART LOCKERS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0000"/>
                </a:solidFill>
                <a:latin typeface="Segoe UI"/>
              </a:defRPr>
            </a:pPr>
            <a:r>
              <a:t>VISION: Become India's #1 luggage storage network with</a:t>
            </a:r>
            <a:br/>
            <a:r>
              <a:t>smart locker integrations across all major transit hubs.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D700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47472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21916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Segoe UI"/>
              </a:defRPr>
            </a:pPr>
            <a:r>
              <a:t>[Your Email] | [Your Phone]</a:t>
            </a:r>
            <a:br/>
            <a:r>
              <a:t>www.bagdrop.in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