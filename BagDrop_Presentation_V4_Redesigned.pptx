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Welcome! We're TeamBack from Kutch, Gujarat. BagDrop is India's smart luggage storage network solving a problem faced by 70% of travelers. Modern, secure, and affordable.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70% of travelers face luggage problems. Early checkout with late departure means hours dragging heavy bags. Railway lockers are expensive and unreliable. This is a universal pain point with no good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BagDrop partners with local shops for secure storage. Contactless OTP/NFC access. Smart mobile app for booking. Unique delivery service for forgotten luggage - no competitor offers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BagDrop beats traditional options on every metric. Half the price at ₹50 for 6 hours. Better security with OTP/NFC. Multiple payment options. And our unique delivery service for forgotten luggage - the key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BagDrop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19376D"/>
                </a:solidFill>
              </a:defRPr>
            </a:pPr>
            <a:r>
              <a:t>BagDrop</a:t>
            </a:r>
          </a:p>
          <a:p>
            <a:pPr>
              <a:defRPr sz="2800">
                <a:solidFill>
                  <a:srgbClr val="2962FF"/>
                </a:solidFill>
              </a:defRPr>
            </a:pPr>
            <a:r>
              <a:t>Smart Luggage Storage &amp; Delivery</a:t>
            </a:r>
          </a:p>
          <a:p/>
          <a:p>
            <a:pPr>
              <a:defRPr sz="1600">
                <a:solidFill>
                  <a:srgbClr val="808080"/>
                </a:solidFill>
              </a:defRPr>
            </a:pPr>
            <a:r>
              <a:t>Secure • Contactless • Affordable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00400" cy="182880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1488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[Logo]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657600"/>
            <a:ext cx="3200400" cy="182880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4348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[App Screenshot]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TeamBack | Kutch, Gujarat</a:t>
            </a:r>
          </a:p>
          <a:p>
            <a:pPr>
              <a:defRPr sz="1200">
                <a:solidFill>
                  <a:srgbClr val="808080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BagDrop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376D"/>
                </a:solidFill>
                <a:latin typeface="Calibri"/>
              </a:defRPr>
            </a:pPr>
            <a:r>
              <a:t>The Problem</a:t>
            </a:r>
          </a:p>
          <a:p>
            <a:pPr>
              <a:defRPr sz="1400">
                <a:solidFill>
                  <a:srgbClr val="808080"/>
                </a:solidFill>
                <a:latin typeface="Calibri"/>
              </a:defRPr>
            </a:pPr>
            <a:r>
              <a:t>Travel storage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3200400"/>
          </a:xfrm>
          <a:prstGeom prst="round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76D"/>
                </a:solidFill>
              </a:defRPr>
            </a:pPr>
            <a:r>
              <a:t>Key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3C4043"/>
                </a:solidFill>
              </a:defRPr>
            </a:pPr>
            <a:r>
              <a:t>✓ Early checkout, late departure (hours of waiting)</a:t>
            </a:r>
          </a:p>
          <a:p>
            <a:pPr>
              <a:spcAft>
                <a:spcPts val="600"/>
              </a:spcAft>
              <a:defRPr sz="1100">
                <a:solidFill>
                  <a:srgbClr val="3C4043"/>
                </a:solidFill>
              </a:defRPr>
            </a:pPr>
            <a:r>
              <a:t>✓ Carrying heavy bags ruins travel experience</a:t>
            </a:r>
          </a:p>
          <a:p>
            <a:pPr>
              <a:spcAft>
                <a:spcPts val="600"/>
              </a:spcAft>
              <a:defRPr sz="1100">
                <a:solidFill>
                  <a:srgbClr val="3C4043"/>
                </a:solidFill>
              </a:defRPr>
            </a:pPr>
            <a:r>
              <a:t>✓ Railway cloakrooms crowded, expensive (₹100+/day)</a:t>
            </a:r>
          </a:p>
          <a:p>
            <a:pPr>
              <a:spcAft>
                <a:spcPts val="600"/>
              </a:spcAft>
              <a:defRPr sz="1100">
                <a:solidFill>
                  <a:srgbClr val="3C4043"/>
                </a:solidFill>
              </a:defRPr>
            </a:pPr>
            <a:r>
              <a:t>✓ Forgotten luggage creates stress and 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286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4043"/>
                </a:solidFill>
              </a:defRPr>
            </a:pPr>
            <a:r>
              <a:t>Travelers face luggage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2286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5.5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4043"/>
                </a:solidFill>
              </a:defRPr>
            </a:pPr>
            <a:r>
              <a:t>Annual Gujarat tourists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49039"/>
            <a:ext cx="2286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19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2,400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4043"/>
                </a:solidFill>
              </a:defRPr>
            </a:pPr>
            <a:r>
              <a:t>India railway passengers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371600"/>
            <a:ext cx="2103120" cy="182880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1488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[Travelers with Luggage]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BagDrop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376D"/>
                </a:solidFill>
                <a:latin typeface="Calibri"/>
              </a:defRPr>
            </a:pPr>
            <a:r>
              <a:t>Our Solution</a:t>
            </a:r>
          </a:p>
          <a:p>
            <a:pPr>
              <a:defRPr sz="1400">
                <a:solidFill>
                  <a:srgbClr val="808080"/>
                </a:solidFill>
                <a:latin typeface="Calibri"/>
              </a:defRPr>
            </a:pPr>
            <a:r>
              <a:t>Store bags anywhere, anytime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731520" cy="731520"/>
          </a:xfrm>
          <a:prstGeom prst="roundRect">
            <a:avLst/>
          </a:prstGeom>
          <a:solidFill>
            <a:srgbClr val="E8EAED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[Icon]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76D"/>
                </a:solidFill>
              </a:defRPr>
            </a:pPr>
            <a:r>
              <a:t>Partner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08080"/>
                </a:solidFill>
              </a:defRPr>
            </a:pPr>
            <a:r>
              <a:t>Verified local shops as storage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731520" cy="731520"/>
          </a:xfrm>
          <a:prstGeom prst="roundRect">
            <a:avLst/>
          </a:prstGeom>
          <a:solidFill>
            <a:srgbClr val="E8EAED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[Icon]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774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76D"/>
                </a:solidFill>
              </a:defRPr>
            </a:pPr>
            <a:r>
              <a:t>Contactless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517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08080"/>
                </a:solidFill>
              </a:defRPr>
            </a:pPr>
            <a:r>
              <a:t>OTP &amp; NFC token-based retrieval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83280"/>
            <a:ext cx="731520" cy="731520"/>
          </a:xfrm>
          <a:prstGeom prst="roundRect">
            <a:avLst/>
          </a:prstGeom>
          <a:solidFill>
            <a:srgbClr val="E8EAED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[Icon]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832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76D"/>
                </a:solidFill>
              </a:defRPr>
            </a:pPr>
            <a:r>
              <a:t>Smart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57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08080"/>
                </a:solidFill>
              </a:defRPr>
            </a:pPr>
            <a:r>
              <a:t>Book, pay, and track in real-time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731520" cy="731520"/>
          </a:xfrm>
          <a:prstGeom prst="roundRect">
            <a:avLst/>
          </a:prstGeom>
          <a:solidFill>
            <a:srgbClr val="E8EAED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[Icon]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891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76D"/>
                </a:solidFill>
              </a:defRPr>
            </a:pPr>
            <a:r>
              <a:t>Delivery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634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08080"/>
                </a:solidFill>
              </a:defRPr>
            </a:pPr>
            <a:r>
              <a:t>Forgotten luggage courier anywhere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71600"/>
            <a:ext cx="2743200" cy="137160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[App Interface]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371600"/>
            <a:ext cx="2103120" cy="137160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920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[Storage Shop]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926080"/>
            <a:ext cx="2743200" cy="137160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74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[Kiosk]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2926080"/>
            <a:ext cx="2103120" cy="137160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34747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[NFC Token]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BagDrop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376D"/>
                </a:solidFill>
                <a:latin typeface="Calibri"/>
              </a:defRPr>
            </a:pPr>
            <a:r>
              <a:t>Why BagDrop is Better</a:t>
            </a:r>
          </a:p>
          <a:p>
            <a:pPr>
              <a:defRPr sz="1400">
                <a:solidFill>
                  <a:srgbClr val="808080"/>
                </a:solidFill>
                <a:latin typeface="Calibri"/>
              </a:defRPr>
            </a:pPr>
            <a:r>
              <a:t>Value proposition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3657600" cy="3657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173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BagDrop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4173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Traditional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37360"/>
            <a:ext cx="3657600" cy="438912"/>
          </a:xfrm>
          <a:prstGeom prst="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4043"/>
                </a:solidFill>
              </a:defRPr>
            </a:pPr>
            <a:r>
              <a:t>Pricing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737360"/>
            <a:ext cx="3657600" cy="438912"/>
          </a:xfrm>
          <a:prstGeom prst="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8288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₹50 for 6 hrs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737360"/>
            <a:ext cx="3657600" cy="438912"/>
          </a:xfrm>
          <a:prstGeom prst="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₹100+/day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9456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2860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4043"/>
                </a:solidFill>
              </a:defRPr>
            </a:pPr>
            <a:r>
              <a:t>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19456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22860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OTP/NFC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19456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2860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Keys/Tags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51760"/>
            <a:ext cx="3657600" cy="438912"/>
          </a:xfrm>
          <a:prstGeom prst="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432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4043"/>
                </a:solidFill>
              </a:defRPr>
            </a:pPr>
            <a:r>
              <a:t>Payments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2651760"/>
            <a:ext cx="3657600" cy="438912"/>
          </a:xfrm>
          <a:prstGeom prst="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27432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UPI/Card/NFC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2651760"/>
            <a:ext cx="3657600" cy="438912"/>
          </a:xfrm>
          <a:prstGeom prst="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27432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Cash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10896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2004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4043"/>
                </a:solidFill>
              </a:defRPr>
            </a:pPr>
            <a:r>
              <a:t>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10896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32004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✓ Available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10896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32004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✗ Not available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66160"/>
            <a:ext cx="3657600" cy="438912"/>
          </a:xfrm>
          <a:prstGeom prst="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6576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4043"/>
                </a:solidFill>
              </a:defRPr>
            </a:pPr>
            <a:r>
              <a:t>Booking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566160"/>
            <a:ext cx="3657600" cy="438912"/>
          </a:xfrm>
          <a:prstGeom prst="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36576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App-based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3566160"/>
            <a:ext cx="3657600" cy="438912"/>
          </a:xfrm>
          <a:prstGeom prst="rect">
            <a:avLst/>
          </a:prstGeom>
          <a:solidFill>
            <a:srgbClr val="F8F9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36576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In-person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02336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1148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4043"/>
                </a:solidFill>
              </a:defRPr>
            </a:pPr>
            <a:r>
              <a:t>Support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402336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41148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A853"/>
                </a:solidFill>
              </a:defRPr>
            </a:pPr>
            <a:r>
              <a:t>24/7 Phone/App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02336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0" y="41148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Limited hours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572000"/>
            <a:ext cx="11277295" cy="731520"/>
          </a:xfrm>
          <a:prstGeom prst="roundRect">
            <a:avLst/>
          </a:prstGeom>
          <a:solidFill>
            <a:srgbClr val="E8F0FE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47091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62FF"/>
                </a:solidFill>
              </a:defRPr>
            </a:pPr>
            <a:r>
              <a:t>🎯 UNIQUE: Forgotten luggage delivery service - No competitor offers this!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